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400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CryptoTrend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Cryptocurrency Price Trend Prediction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F793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FS 2026  |  Dr. Frank-Peter Schilling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1]  ·  [Team Member 2]  ·  [Team Member 3]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931920" cy="320040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Crypto Trend Prediction?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10312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markets are highly volatile and trade 24/7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shifts constantly — models degrade fast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automated retraining &amp; monitoring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use case for MLOps practices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657600" cy="137160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234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93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$2.5T+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029200" y="1965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crypto market cap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2834640"/>
            <a:ext cx="3657600" cy="137160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2880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02920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Non-stop trading — data never sleeps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463040" cy="25603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1463040" cy="54864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4630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CoinGecko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DVC versioning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01168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931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194560" y="1188720"/>
            <a:ext cx="1463040" cy="25603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194560" y="1188720"/>
            <a:ext cx="146304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4620" y="14630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02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240280" y="2560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931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840480" y="1188720"/>
            <a:ext cx="1463040" cy="25603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40480" y="1188720"/>
            <a:ext cx="1463040" cy="54864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46304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8620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886200" y="2560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Tune HPO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30352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931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0" y="1188720"/>
            <a:ext cx="1463040" cy="25603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0" y="1188720"/>
            <a:ext cx="146304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46304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CI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532120" y="2560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pipeline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949440" y="2011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931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7132320" y="1188720"/>
            <a:ext cx="1463040" cy="256032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132320" y="1188720"/>
            <a:ext cx="1463040" cy="54864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146304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780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178040" y="2560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predictions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from raw API data to live predictions in a web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Tool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749040" cy="10515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1051560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207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datasets as new crypto data arrives daily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749040" cy="10515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10515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207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experiments, compare models, register the best performer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331720"/>
            <a:ext cx="3749040" cy="10515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331720"/>
            <a:ext cx="54864" cy="1051560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441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2807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— run tests and validate on every push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54880" y="2331720"/>
            <a:ext cx="3749040" cy="10515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331720"/>
            <a:ext cx="54864" cy="10515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060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2441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2807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predictions and model monitoring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3566160"/>
            <a:ext cx="3749040" cy="10515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566160"/>
            <a:ext cx="54864" cy="1051560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3675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Tune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08760" y="4041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hyperparameter search across model configurations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54880" y="3566160"/>
            <a:ext cx="3749040" cy="105156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54880" y="3566160"/>
            <a:ext cx="54864" cy="10515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4048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6758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Alibi Detect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623560" y="4041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data drift when market regimes shift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926080" y="4343400"/>
            <a:ext cx="3291840" cy="50292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5" name="Text 27"/>
          <p:cNvSpPr/>
          <p:nvPr/>
        </p:nvSpPr>
        <p:spPr>
          <a:xfrm>
            <a:off x="292608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  ·  3 required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Timeline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606040" cy="146304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ingestion, 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DVC setup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20440" y="1097280"/>
            <a:ext cx="2606040" cy="146304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Training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LSTM,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Ray Tune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400800" y="1097280"/>
            <a:ext cx="2606040" cy="146304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234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1737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CI/CD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53796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drift detection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8803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1335024" y="3429000"/>
            <a:ext cx="182880" cy="18288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19" name="Shape 13"/>
          <p:cNvSpPr/>
          <p:nvPr/>
        </p:nvSpPr>
        <p:spPr>
          <a:xfrm>
            <a:off x="1517904" y="3520440"/>
            <a:ext cx="1389888" cy="0"/>
          </a:xfrm>
          <a:prstGeom prst="line">
            <a:avLst/>
          </a:prstGeom>
          <a:noFill/>
          <a:ln w="19050">
            <a:solidFill>
              <a:srgbClr val="8892A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0080" y="3703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0080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+ first model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907792" y="3429000"/>
            <a:ext cx="182880" cy="1828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3" name="Shape 17"/>
          <p:cNvSpPr/>
          <p:nvPr/>
        </p:nvSpPr>
        <p:spPr>
          <a:xfrm>
            <a:off x="3090672" y="3520440"/>
            <a:ext cx="1389888" cy="0"/>
          </a:xfrm>
          <a:prstGeom prst="line">
            <a:avLst/>
          </a:prstGeom>
          <a:noFill/>
          <a:ln w="19050">
            <a:solidFill>
              <a:srgbClr val="8892A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212848" y="3703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2212848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(today!)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4480560" y="3429000"/>
            <a:ext cx="182880" cy="18288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27" name="Shape 21"/>
          <p:cNvSpPr/>
          <p:nvPr/>
        </p:nvSpPr>
        <p:spPr>
          <a:xfrm>
            <a:off x="4663440" y="3520440"/>
            <a:ext cx="1389888" cy="0"/>
          </a:xfrm>
          <a:prstGeom prst="line">
            <a:avLst/>
          </a:prstGeom>
          <a:noFill/>
          <a:ln w="19050">
            <a:solidFill>
              <a:srgbClr val="8892A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785616" y="3703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W11-12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785616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CI/CD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6053328" y="3429000"/>
            <a:ext cx="182880" cy="1828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31" name="Shape 25"/>
          <p:cNvSpPr/>
          <p:nvPr/>
        </p:nvSpPr>
        <p:spPr>
          <a:xfrm>
            <a:off x="6236208" y="3520440"/>
            <a:ext cx="1389888" cy="0"/>
          </a:xfrm>
          <a:prstGeom prst="line">
            <a:avLst/>
          </a:prstGeom>
          <a:noFill/>
          <a:ln w="19050">
            <a:solidFill>
              <a:srgbClr val="8892A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358384" y="3703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358384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rehearse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626096" y="3429000"/>
            <a:ext cx="182880" cy="182880"/>
          </a:xfrm>
          <a:prstGeom prst="ellipse">
            <a:avLst/>
          </a:prstGeom>
          <a:solidFill>
            <a:srgbClr val="F7931A"/>
          </a:solidFill>
          <a:ln/>
        </p:spPr>
      </p:sp>
      <p:sp>
        <p:nvSpPr>
          <p:cNvPr id="35" name="Text 29"/>
          <p:cNvSpPr/>
          <p:nvPr/>
        </p:nvSpPr>
        <p:spPr>
          <a:xfrm>
            <a:off x="6931152" y="37033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6931152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 &amp; 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749040" cy="320040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374904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25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19202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[Update with your actual progress]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set up with DVC initialized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from CoinGecko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trained &amp; tracked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749040" cy="3200400"/>
          </a:xfrm>
          <a:prstGeom prst="rect">
            <a:avLst/>
          </a:prstGeom>
          <a:solidFill>
            <a:srgbClr val="1E253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749040" cy="54864"/>
          </a:xfrm>
          <a:prstGeom prst="rect">
            <a:avLst/>
          </a:prstGeom>
          <a:solidFill>
            <a:srgbClr val="F7931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19202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dashboard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GitHub Actions CI/CD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drift detection (Alibi)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LSTM model as second approach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for final demo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7931A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CryptoTrend - MLOps Project Pitch</dc:title>
  <dc:subject>PptxGenJS Presentation</dc:subject>
  <dc:creator>Denis &amp; Team</dc:creator>
  <cp:lastModifiedBy>Denis &amp; Team</cp:lastModifiedBy>
  <cp:revision>1</cp:revision>
  <dcterms:created xsi:type="dcterms:W3CDTF">2026-04-11T08:02:24Z</dcterms:created>
  <dcterms:modified xsi:type="dcterms:W3CDTF">2026-04-11T08:02:24Z</dcterms:modified>
</cp:coreProperties>
</file>